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Inférence Statistique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C4E8"/>
                </a:solidFill>
              </a:defRPr>
            </a:pPr>
            <a:r>
              <a:t>Analyse et Modélisation de Données Cardiaques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Nicolas Marano</a:t>
            </a:r>
          </a:p>
          <a:p>
            <a:pPr algn="ctr">
              <a:defRPr sz="1600">
                <a:solidFill>
                  <a:srgbClr val="A0C4E8"/>
                </a:solidFill>
              </a:defRPr>
            </a:pPr>
            <a:r>
              <a:t>Master 1 - CHPS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Contexte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Analyse statistique de données de santé cardiaque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Dataset : 500 patients avec mesures médicales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Objectif : Appliquer les méthodes d'inférence statistique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Données synthétiques avec relations médicales réalistes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Description du Dataset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Âge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54.57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133.38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Cholestérol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211.37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1510.64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Fréq. cardiaque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75.87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141.85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Pression artérielle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Quantitative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mmHg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133.48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193.16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Maladie cardiaque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Qualitative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Analyse Descriptive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07B"/>
                </a:solidFill>
              </a:defRPr>
            </a:pPr>
            <a:r>
              <a:t>Distribution des variables quantitatives</a:t>
            </a:r>
          </a:p>
        </p:txBody>
      </p:sp>
      <p:pic>
        <p:nvPicPr>
          <p:cNvPr id="4" name="Picture 3" descr="histogram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14" y="1188720"/>
            <a:ext cx="707417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Test de Normalité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07B"/>
                </a:solidFill>
              </a:defRPr>
            </a:pPr>
            <a:r>
              <a:t>Ajustement à la loi normale - Cholestérol</a:t>
            </a:r>
          </a:p>
        </p:txBody>
      </p:sp>
      <p:pic>
        <p:nvPicPr>
          <p:cNvPr id="4" name="Picture 3" descr="ajustement_choleste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616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Estimation des Paramètres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07B"/>
                </a:solidFill>
              </a:defRPr>
            </a:pPr>
            <a:r>
              <a:t>Comparaison : Méthode des Moments vs Maximum de Vraisemblance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645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Méthode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μ (mg/dL)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σ² (mg/dL)²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Moments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211.37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1510.64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Vraisemblance (MLE)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211.37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1507.62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Les deux méthodes donnent des résultats quasi-identiques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Biais MLE négligeable : -0.047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Test Kolmogorov-Smirnov : hypothèse normale acceptée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Intervalles de Confiance (95%)</a:t>
            </a:r>
          </a:p>
        </p:txBody>
      </p:sp>
      <p:pic>
        <p:nvPicPr>
          <p:cNvPr id="3" name="Picture 2" descr="intervalles_conf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25588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Tests d'Hypothèses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07B"/>
                </a:solidFill>
              </a:defRPr>
            </a:pPr>
            <a:r>
              <a:t>Comparaison entre groupes : malades vs sains</a:t>
            </a:r>
          </a:p>
        </p:txBody>
      </p:sp>
      <p:pic>
        <p:nvPicPr>
          <p:cNvPr id="4" name="Picture 3" descr="tests_hypoth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32947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Régression Linéaire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07B"/>
                </a:solidFill>
              </a:defRPr>
            </a:pPr>
            <a:r>
              <a:t>Relation : Âge → Pression Artérielle</a:t>
            </a:r>
          </a:p>
        </p:txBody>
      </p:sp>
      <p:pic>
        <p:nvPicPr>
          <p:cNvPr id="4" name="Picture 3" descr="scatter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4614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Modèle de Régression</a:t>
            </a:r>
          </a:p>
        </p:txBody>
      </p:sp>
      <p:pic>
        <p:nvPicPr>
          <p:cNvPr id="3" name="Picture 2" descr="regression_line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955" y="914400"/>
            <a:ext cx="7116089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</a:defRPr>
            </a:pPr>
            <a:r>
              <a:t>Pression = 86.81 + 0.855 × Âge    |    R² = 75%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Validation du 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07B"/>
                </a:solidFill>
              </a:defRPr>
            </a:pPr>
            <a:r>
              <a:t>Analyse des résidus</a:t>
            </a:r>
          </a:p>
        </p:txBody>
      </p:sp>
      <p:pic>
        <p:nvPicPr>
          <p:cNvPr id="4" name="Picture 3" descr="analyse_resid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32881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Résultats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Cholestérol significativement &gt; 200 mg/dL (p &lt; 0.001)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Différence significative malades vs sains (p &lt; 0.01)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Pression artérielle augmente de ~0.86 mmHg/an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75% de la variance expliquée par l'âge</a:t>
            </a:r>
          </a:p>
          <a:p>
            <a:pPr>
              <a:spcAft>
                <a:spcPts val="1200"/>
              </a:spcAft>
              <a:defRPr sz="2400">
                <a:solidFill>
                  <a:srgbClr val="333333"/>
                </a:solidFill>
              </a:defRPr>
            </a:pPr>
            <a:r>
              <a:t>• Hypothèses du modèle validées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Application complète des méthodes d'inférence</a:t>
            </a:r>
          </a:p>
          <a:p>
            <a:pPr algn="ctr"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Résultats cohérents avec les attentes médicales</a:t>
            </a:r>
          </a:p>
          <a:p>
            <a:pPr algn="ctr"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Modèle prédictif fiable pour la pression artérielle</a:t>
            </a:r>
          </a:p>
          <a:p>
            <a:pPr algn="ctr"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Limites : données synthétiques, corrélation ≠ causalité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